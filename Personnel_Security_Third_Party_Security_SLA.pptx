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Personnel Security, Third-Party Security &amp; SLA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Group Presentation</a:t>
            </a:r>
          </a:p>
          <a:p>
            <a:r>
              <a:t>(Add names)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Security depends on people and partners</a:t>
            </a:r>
          </a:p>
          <a:p>
            <a:r>
              <a:t>• Human and third‑party risks cause many breaches</a:t>
            </a:r>
          </a:p>
          <a:p>
            <a:r>
              <a:t>• SLAs define responsibilities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Personnel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Protection against employee-related risks</a:t>
            </a:r>
          </a:p>
          <a:p>
            <a:r>
              <a:t>• Employees access systems and data</a:t>
            </a:r>
          </a:p>
          <a:p>
            <a:r>
              <a:t>• Insider threats exist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Personnel Security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Prevent unauthorized access</a:t>
            </a:r>
          </a:p>
          <a:p>
            <a:r>
              <a:t>• Reduce insider threats</a:t>
            </a:r>
          </a:p>
          <a:p>
            <a:r>
              <a:t>• Protect CIA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Personnel Security Measures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Background checks</a:t>
            </a:r>
          </a:p>
          <a:p>
            <a:r>
              <a:t>• Access control</a:t>
            </a:r>
          </a:p>
          <a:p>
            <a:r>
              <a:t>• Security training</a:t>
            </a:r>
          </a:p>
          <a:p>
            <a:r>
              <a:t>• MFA and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Insider Threats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Malicious insiders</a:t>
            </a:r>
          </a:p>
          <a:p>
            <a:r>
              <a:t>• Negligent insiders</a:t>
            </a:r>
          </a:p>
          <a:p>
            <a:r>
              <a:t>• Compromised insiders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Risks from vendors and partners</a:t>
            </a:r>
          </a:p>
          <a:p>
            <a:r>
              <a:t>• External access to data</a:t>
            </a:r>
          </a:p>
          <a:p>
            <a:r>
              <a:t>• Requires control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Importance of Third-Party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Shared data risks</a:t>
            </a:r>
          </a:p>
          <a:p>
            <a:r>
              <a:t>• Weak vendors cause breaches</a:t>
            </a:r>
          </a:p>
          <a:p>
            <a:r>
              <a:t>• Supply chain security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Risks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leakage</a:t>
            </a:r>
          </a:p>
          <a:p>
            <a:r>
              <a:t>• Poor controls</a:t>
            </a:r>
          </a:p>
          <a:p>
            <a:r>
              <a:t>• Weak incident response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Third-Party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Vendor assessments</a:t>
            </a:r>
          </a:p>
          <a:p>
            <a:r>
              <a:t>• Contract requirements</a:t>
            </a:r>
          </a:p>
          <a:p>
            <a:r>
              <a:t>• Audits and access limits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Service-Level Agreement (SLA)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Contract between provider and customer</a:t>
            </a:r>
          </a:p>
          <a:p>
            <a:r>
              <a:t>• Defines services and security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SLA Elements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Scope of service</a:t>
            </a:r>
          </a:p>
          <a:p>
            <a:r>
              <a:t>• Performance metrics</a:t>
            </a:r>
          </a:p>
          <a:p>
            <a:r>
              <a:t>• Security requirements</a:t>
            </a:r>
          </a:p>
          <a:p>
            <a:r>
              <a:t>• Penalties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SLA &amp; Information Security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Data protection rules</a:t>
            </a:r>
          </a:p>
          <a:p>
            <a:r>
              <a:t>• Breach notification</a:t>
            </a:r>
          </a:p>
          <a:p>
            <a:r>
              <a:t>• Accountability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Relationship Between All Three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Employees follow policy</a:t>
            </a:r>
          </a:p>
          <a:p>
            <a:r>
              <a:t>• Vendors follow SLA</a:t>
            </a:r>
          </a:p>
          <a:p>
            <a:r>
              <a:t>• SLA ensures responsibility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Real‑World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Cloud provider</a:t>
            </a:r>
          </a:p>
          <a:p>
            <a:r>
              <a:t>• Employee access</a:t>
            </a:r>
          </a:p>
          <a:p>
            <a:r>
              <a:t>• SLA defines uptime and security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Reduced breach risk</a:t>
            </a:r>
          </a:p>
          <a:p>
            <a:r>
              <a:t>• Better compliance</a:t>
            </a:r>
          </a:p>
          <a:p>
            <a:r>
              <a:t>• Increased trust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Human error</a:t>
            </a:r>
          </a:p>
          <a:p>
            <a:r>
              <a:t>• Vendor management</a:t>
            </a:r>
          </a:p>
          <a:p>
            <a:r>
              <a:t>• SLA enforcement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Personnel + Third‑party security are critical</a:t>
            </a:r>
          </a:p>
          <a:p>
            <a:r>
              <a:t>• SLA connects legal and security needs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